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713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398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17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3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472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3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74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852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050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369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965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01F14-9B9A-852E-499F-63373939D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034450"/>
          </a:xfrm>
        </p:spPr>
        <p:txBody>
          <a:bodyPr/>
          <a:lstStyle/>
          <a:p>
            <a:pPr algn="ctr"/>
            <a:r>
              <a:rPr lang="en-US" dirty="0"/>
              <a:t>Java Data Structures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0300DF-88CD-F4A4-6ECF-F0AA834D8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3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2962B6-ECA1-6C10-C8C9-6A10004A6373}"/>
              </a:ext>
            </a:extLst>
          </p:cNvPr>
          <p:cNvSpPr txBox="1"/>
          <p:nvPr/>
        </p:nvSpPr>
        <p:spPr>
          <a:xfrm>
            <a:off x="3047246" y="367595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Java Data Structures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475497-719F-6209-6981-BF64A928F0D6}"/>
              </a:ext>
            </a:extLst>
          </p:cNvPr>
          <p:cNvSpPr txBox="1"/>
          <p:nvPr/>
        </p:nvSpPr>
        <p:spPr>
          <a:xfrm>
            <a:off x="790846" y="1568112"/>
            <a:ext cx="1061030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Primitive Data Types:</a:t>
            </a:r>
          </a:p>
          <a:p>
            <a:r>
              <a:rPr lang="en-US" sz="2400" dirty="0"/>
              <a:t>	These types store simple values directly in memory and have high performance. These types are divided into numeric and non‑numeric categories.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81456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6C5E35-F94E-A381-ADD5-E72D42CC277A}"/>
              </a:ext>
            </a:extLst>
          </p:cNvPr>
          <p:cNvSpPr txBox="1"/>
          <p:nvPr/>
        </p:nvSpPr>
        <p:spPr>
          <a:xfrm>
            <a:off x="4213412" y="294148"/>
            <a:ext cx="37651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Primitive Data Types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4E1B50-100F-F067-3DFF-251BB81CD81B}"/>
              </a:ext>
            </a:extLst>
          </p:cNvPr>
          <p:cNvSpPr txBox="1"/>
          <p:nvPr/>
        </p:nvSpPr>
        <p:spPr>
          <a:xfrm>
            <a:off x="0" y="1123367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Numerical primitive data types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43265B-2D04-BE64-39EE-F9412CA43C6A}"/>
              </a:ext>
            </a:extLst>
          </p:cNvPr>
          <p:cNvSpPr txBox="1"/>
          <p:nvPr/>
        </p:nvSpPr>
        <p:spPr>
          <a:xfrm>
            <a:off x="6096000" y="1123367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Non-numerical primitive data types </a:t>
            </a:r>
          </a:p>
        </p:txBody>
      </p:sp>
    </p:spTree>
    <p:extLst>
      <p:ext uri="{BB962C8B-B14F-4D97-AF65-F5344CB8AC3E}">
        <p14:creationId xmlns:p14="http://schemas.microsoft.com/office/powerpoint/2010/main" val="127755261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33</TotalTime>
  <Words>47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Calibri</vt:lpstr>
      <vt:lpstr>Calibri Light</vt:lpstr>
      <vt:lpstr>Retrospect</vt:lpstr>
      <vt:lpstr>Java Data Structures 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Ramin Iranmanesh</dc:creator>
  <cp:lastModifiedBy>Ramin Iranmanesh</cp:lastModifiedBy>
  <cp:revision>4</cp:revision>
  <dcterms:created xsi:type="dcterms:W3CDTF">2026-05-02T17:54:48Z</dcterms:created>
  <dcterms:modified xsi:type="dcterms:W3CDTF">2026-05-02T19:49:31Z</dcterms:modified>
</cp:coreProperties>
</file>