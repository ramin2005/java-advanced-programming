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1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7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223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7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4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FC4484-2015-42D6-8B77-7AF40A59800F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5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4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6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FC4484-2015-42D6-8B77-7AF40A59800F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965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01F14-9B9A-852E-499F-63373939D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034450"/>
          </a:xfrm>
        </p:spPr>
        <p:txBody>
          <a:bodyPr/>
          <a:lstStyle/>
          <a:p>
            <a:pPr algn="ctr"/>
            <a:r>
              <a:rPr lang="en-US" dirty="0"/>
              <a:t>Java Data Structures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300DF-88CD-F4A4-6ECF-F0AA834D8D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31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2962B6-ECA1-6C10-C8C9-6A10004A6373}"/>
              </a:ext>
            </a:extLst>
          </p:cNvPr>
          <p:cNvSpPr txBox="1"/>
          <p:nvPr/>
        </p:nvSpPr>
        <p:spPr>
          <a:xfrm>
            <a:off x="3047246" y="367595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Data Structures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475497-719F-6209-6981-BF64A928F0D6}"/>
              </a:ext>
            </a:extLst>
          </p:cNvPr>
          <p:cNvSpPr txBox="1"/>
          <p:nvPr/>
        </p:nvSpPr>
        <p:spPr>
          <a:xfrm>
            <a:off x="790846" y="1628507"/>
            <a:ext cx="1061030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Primitive Types:</a:t>
            </a:r>
          </a:p>
          <a:p>
            <a:r>
              <a:rPr lang="en-US" sz="2400" dirty="0"/>
              <a:t>	These types store simple values directly in memory and have high performance. These types are divided into numeric and non‑numeric categories.</a:t>
            </a:r>
            <a:endParaRPr lang="fa-IR" sz="2400" dirty="0"/>
          </a:p>
          <a:p>
            <a:endParaRPr lang="fa-IR" sz="2400" dirty="0"/>
          </a:p>
          <a:p>
            <a:endParaRPr lang="fa-IR" sz="2400" dirty="0"/>
          </a:p>
          <a:p>
            <a:r>
              <a:rPr lang="en-US" sz="2800" b="1" dirty="0"/>
              <a:t>Reference Types:</a:t>
            </a:r>
            <a:br>
              <a:rPr lang="en-US" sz="2400" dirty="0"/>
            </a:br>
            <a:r>
              <a:rPr lang="fa-IR" sz="2400" dirty="0"/>
              <a:t>	</a:t>
            </a:r>
            <a:r>
              <a:rPr lang="en-US" sz="2400" dirty="0"/>
              <a:t>These types store the address (reference) of an object in memory. Their default value is null.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1456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921D-D1AE-618A-5DEA-43E533F07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685ECD-A150-B4C7-D655-9401005F4D98}"/>
              </a:ext>
            </a:extLst>
          </p:cNvPr>
          <p:cNvSpPr txBox="1"/>
          <p:nvPr/>
        </p:nvSpPr>
        <p:spPr>
          <a:xfrm>
            <a:off x="3047246" y="367595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Primitive Integer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E83919-6995-D35A-3871-EE63D4FFC1C5}"/>
              </a:ext>
            </a:extLst>
          </p:cNvPr>
          <p:cNvSpPr txBox="1"/>
          <p:nvPr/>
        </p:nvSpPr>
        <p:spPr>
          <a:xfrm>
            <a:off x="670140" y="1443395"/>
            <a:ext cx="542585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byte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8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-128 to 127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C9078-AD7F-EFD3-AFBA-9F83ADC7F786}"/>
              </a:ext>
            </a:extLst>
          </p:cNvPr>
          <p:cNvSpPr txBox="1"/>
          <p:nvPr/>
        </p:nvSpPr>
        <p:spPr>
          <a:xfrm>
            <a:off x="670140" y="3429000"/>
            <a:ext cx="54258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32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-2,147,483,648 to 2,147,483,647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60572-35F6-74BA-7423-B37931C28014}"/>
              </a:ext>
            </a:extLst>
          </p:cNvPr>
          <p:cNvSpPr txBox="1"/>
          <p:nvPr/>
        </p:nvSpPr>
        <p:spPr>
          <a:xfrm>
            <a:off x="6431825" y="3429000"/>
            <a:ext cx="54258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long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64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-9,223,372,036,854,775,808 to 9,223,372,036,854,775,807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5A186-9CE9-3157-07C8-83C6D5B73343}"/>
              </a:ext>
            </a:extLst>
          </p:cNvPr>
          <p:cNvSpPr txBox="1"/>
          <p:nvPr/>
        </p:nvSpPr>
        <p:spPr>
          <a:xfrm>
            <a:off x="6434182" y="1443395"/>
            <a:ext cx="542585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short</a:t>
            </a: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16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-32,768 to 32,767</a:t>
            </a: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66184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6C5E35-F94E-A381-ADD5-E72D42CC277A}"/>
              </a:ext>
            </a:extLst>
          </p:cNvPr>
          <p:cNvSpPr txBox="1"/>
          <p:nvPr/>
        </p:nvSpPr>
        <p:spPr>
          <a:xfrm>
            <a:off x="4213412" y="294148"/>
            <a:ext cx="3765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Primitive Data Types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E1B50-100F-F067-3DFF-251BB81CD81B}"/>
              </a:ext>
            </a:extLst>
          </p:cNvPr>
          <p:cNvSpPr txBox="1"/>
          <p:nvPr/>
        </p:nvSpPr>
        <p:spPr>
          <a:xfrm>
            <a:off x="0" y="1123367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Numerical primitive data types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43265B-2D04-BE64-39EE-F9412CA43C6A}"/>
              </a:ext>
            </a:extLst>
          </p:cNvPr>
          <p:cNvSpPr txBox="1"/>
          <p:nvPr/>
        </p:nvSpPr>
        <p:spPr>
          <a:xfrm>
            <a:off x="6096000" y="1123367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Non-numerical primitive data types </a:t>
            </a:r>
          </a:p>
        </p:txBody>
      </p:sp>
    </p:spTree>
    <p:extLst>
      <p:ext uri="{BB962C8B-B14F-4D97-AF65-F5344CB8AC3E}">
        <p14:creationId xmlns:p14="http://schemas.microsoft.com/office/powerpoint/2010/main" val="127755261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65</TotalTime>
  <Words>117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Retrospect</vt:lpstr>
      <vt:lpstr>Java Data Structures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Ramin Iranmanesh</dc:creator>
  <cp:lastModifiedBy>Ramin Iranmanesh</cp:lastModifiedBy>
  <cp:revision>8</cp:revision>
  <dcterms:created xsi:type="dcterms:W3CDTF">2026-05-02T17:54:48Z</dcterms:created>
  <dcterms:modified xsi:type="dcterms:W3CDTF">2026-05-02T20:25:54Z</dcterms:modified>
</cp:coreProperties>
</file>