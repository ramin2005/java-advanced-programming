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679" y="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39857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9170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452232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84729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3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7413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68527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0503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3691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4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08FC4484-2015-42D6-8B77-7AF40A59800F}" type="datetimeFigureOut">
              <a:rPr lang="en-US" smtClean="0"/>
              <a:t>5/2/2026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933FA6DB-6B8D-419B-AF0F-8F41E3DB109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41965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01F14-9B9A-852E-499F-63373939D3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Java Data Structures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0300DF-88CD-F4A4-6ECF-F0AA834D8D1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5831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7552612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</TotalTime>
  <Words>3</Words>
  <Application>Microsoft Office PowerPoint</Application>
  <PresentationFormat>Widescreen</PresentationFormat>
  <Paragraphs>1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Calibri</vt:lpstr>
      <vt:lpstr>Calibri Light</vt:lpstr>
      <vt:lpstr>Retrospect</vt:lpstr>
      <vt:lpstr>Java Data Structures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Ramin Iranmanesh</dc:creator>
  <cp:lastModifiedBy>Ramin Iranmanesh</cp:lastModifiedBy>
  <cp:revision>1</cp:revision>
  <dcterms:created xsi:type="dcterms:W3CDTF">2026-05-02T17:54:48Z</dcterms:created>
  <dcterms:modified xsi:type="dcterms:W3CDTF">2026-05-02T17:56:30Z</dcterms:modified>
</cp:coreProperties>
</file>